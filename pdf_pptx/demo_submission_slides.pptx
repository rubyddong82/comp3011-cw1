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2850"/>
                </a:solidFill>
              </a:rPr>
              <a:t>Project Submission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Demo deck generated with python-pptx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>
                <a:solidFill>
                  <a:srgbClr val="191919"/>
                </a:solidFill>
              </a:rPr>
              <a:t>• Project title, student name, module code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Brief overview of the submission package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This demo has 6 slides total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Replace this content with your real presentation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2850"/>
                </a:solidFill>
              </a:rPr>
              <a:t>Version Control Practices and Commit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How the development process was managed in 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>
                <a:solidFill>
                  <a:srgbClr val="191919"/>
                </a:solidFill>
              </a:rPr>
              <a:t>• Repository structure and branch usage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Commit frequency across development stages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Examples of meaningful commit messages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Evidence of iterative implementation, debugging, and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2850"/>
                </a:solidFill>
              </a:rPr>
              <a:t>API Documentation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What is documented and how users can navigate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>
                <a:solidFill>
                  <a:srgbClr val="191919"/>
                </a:solidFill>
              </a:rPr>
              <a:t>• Purpose of the API and core endpoint groups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Where the documentation is hosted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Request / response format and usage examples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Setup, testing, and developer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2850"/>
                </a:solidFill>
              </a:rPr>
              <a:t>Technical Report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Main points from the written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>
                <a:solidFill>
                  <a:srgbClr val="191919"/>
                </a:solidFill>
              </a:rPr>
              <a:t>• Architecture and implementation summary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Important design decisions and trade-offs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Testing, validation, and limitations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GenAI declaration and appendix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2850"/>
                </a:solidFill>
              </a:rPr>
              <a:t>All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Keep all final submission assets in one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033272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42850"/>
                </a:solidFill>
              </a:rPr>
              <a:t>Submission Links</a:t>
            </a:r>
          </a:p>
          <a:p>
            <a:r>
              <a:rPr sz="1800">
                <a:solidFill>
                  <a:srgbClr val="1E1E1E"/>
                </a:solidFill>
              </a:rPr>
              <a:t>Code repository: https://github.com/yourname/yourrepo</a:t>
            </a:r>
          </a:p>
          <a:p>
            <a:r>
              <a:rPr sz="1800">
                <a:solidFill>
                  <a:srgbClr val="1E1E1E"/>
                </a:solidFill>
              </a:rPr>
              <a:t>API documentation: https://github.com/yourname/yourrepo/docs</a:t>
            </a:r>
          </a:p>
          <a:p>
            <a:r>
              <a:rPr sz="1800">
                <a:solidFill>
                  <a:srgbClr val="1E1E1E"/>
                </a:solidFill>
              </a:rPr>
              <a:t>Technical report: https://example.com/report.pdf</a:t>
            </a:r>
          </a:p>
          <a:p>
            <a:r>
              <a:rPr sz="1800">
                <a:solidFill>
                  <a:srgbClr val="1E1E1E"/>
                </a:solidFill>
              </a:rPr>
              <a:t>Presentation slides: https://example.com/slides.pptx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2850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Closing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>
                <a:solidFill>
                  <a:srgbClr val="191919"/>
                </a:solidFill>
              </a:rPr>
              <a:t>• Final recap of repository, documentation, report, and slides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Confirm that all required deliverables are included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Add contact details if needed</a:t>
            </a:r>
          </a:p>
          <a:p>
            <a:pPr algn="l"/>
            <a:r>
              <a:rPr sz="2000">
                <a:solidFill>
                  <a:srgbClr val="191919"/>
                </a:solidFill>
              </a:rPr>
              <a:t>• Q&amp;A / submission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